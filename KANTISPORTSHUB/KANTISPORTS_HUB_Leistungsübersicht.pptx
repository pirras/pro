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7475200" cy="9753600"/>
  <p:notesSz cx="174752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1212"/>
    <a:srgbClr val="171717"/>
    <a:srgbClr val="18243C"/>
    <a:srgbClr val="141414"/>
    <a:srgbClr val="131313"/>
    <a:srgbClr val="161612"/>
    <a:srgbClr val="111111"/>
    <a:srgbClr val="15213C"/>
    <a:srgbClr val="151515"/>
    <a:srgbClr val="0F0F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B9B93E-A71F-4445-8DA8-F4D427579082}" v="22" dt="2026-01-19T17:27:48.386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8" d="100"/>
          <a:sy n="68" d="100"/>
        </p:scale>
        <p:origin x="110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U Rasan Piravin" userId="d9ed032b-a29a-4b81-a5a7-4338d6dcb88c" providerId="ADAL" clId="{063BF2FA-1384-45BC-A312-9B36BD2644D3}"/>
    <pc:docChg chg="undo custSel modSld">
      <pc:chgData name="EDU Rasan Piravin" userId="d9ed032b-a29a-4b81-a5a7-4338d6dcb88c" providerId="ADAL" clId="{063BF2FA-1384-45BC-A312-9B36BD2644D3}" dt="2026-01-19T17:29:40.456" v="182" actId="1076"/>
      <pc:docMkLst>
        <pc:docMk/>
      </pc:docMkLst>
      <pc:sldChg chg="addSp modSp mod">
        <pc:chgData name="EDU Rasan Piravin" userId="d9ed032b-a29a-4b81-a5a7-4338d6dcb88c" providerId="ADAL" clId="{063BF2FA-1384-45BC-A312-9B36BD2644D3}" dt="2026-01-19T17:28:28.354" v="164" actId="208"/>
        <pc:sldMkLst>
          <pc:docMk/>
          <pc:sldMk cId="0" sldId="256"/>
        </pc:sldMkLst>
        <pc:spChg chg="add mod">
          <ac:chgData name="EDU Rasan Piravin" userId="d9ed032b-a29a-4b81-a5a7-4338d6dcb88c" providerId="ADAL" clId="{063BF2FA-1384-45BC-A312-9B36BD2644D3}" dt="2026-01-19T17:23:41.731" v="107" actId="14838"/>
          <ac:spMkLst>
            <pc:docMk/>
            <pc:sldMk cId="0" sldId="256"/>
            <ac:spMk id="3" creationId="{945BEB0C-C9BE-4F36-2AC6-45E0B3FE24E2}"/>
          </ac:spMkLst>
        </pc:spChg>
        <pc:spChg chg="add mod">
          <ac:chgData name="EDU Rasan Piravin" userId="d9ed032b-a29a-4b81-a5a7-4338d6dcb88c" providerId="ADAL" clId="{063BF2FA-1384-45BC-A312-9B36BD2644D3}" dt="2026-01-19T17:28:28.354" v="164" actId="208"/>
          <ac:spMkLst>
            <pc:docMk/>
            <pc:sldMk cId="0" sldId="256"/>
            <ac:spMk id="4" creationId="{6D52B650-E615-CCC1-E56A-5205D634CB21}"/>
          </ac:spMkLst>
        </pc:spChg>
      </pc:sldChg>
      <pc:sldChg chg="addSp modSp mod">
        <pc:chgData name="EDU Rasan Piravin" userId="d9ed032b-a29a-4b81-a5a7-4338d6dcb88c" providerId="ADAL" clId="{063BF2FA-1384-45BC-A312-9B36BD2644D3}" dt="2026-01-19T17:28:33.988" v="165" actId="1076"/>
        <pc:sldMkLst>
          <pc:docMk/>
          <pc:sldMk cId="0" sldId="257"/>
        </pc:sldMkLst>
        <pc:spChg chg="add mod">
          <ac:chgData name="EDU Rasan Piravin" userId="d9ed032b-a29a-4b81-a5a7-4338d6dcb88c" providerId="ADAL" clId="{063BF2FA-1384-45BC-A312-9B36BD2644D3}" dt="2026-01-19T17:28:33.988" v="165" actId="1076"/>
          <ac:spMkLst>
            <pc:docMk/>
            <pc:sldMk cId="0" sldId="257"/>
            <ac:spMk id="3" creationId="{E21AF335-AE13-89DA-D0ED-D7A936C2853C}"/>
          </ac:spMkLst>
        </pc:spChg>
      </pc:sldChg>
      <pc:sldChg chg="addSp modSp mod">
        <pc:chgData name="EDU Rasan Piravin" userId="d9ed032b-a29a-4b81-a5a7-4338d6dcb88c" providerId="ADAL" clId="{063BF2FA-1384-45BC-A312-9B36BD2644D3}" dt="2026-01-19T17:28:38.791" v="167" actId="1076"/>
        <pc:sldMkLst>
          <pc:docMk/>
          <pc:sldMk cId="0" sldId="258"/>
        </pc:sldMkLst>
        <pc:spChg chg="add mod">
          <ac:chgData name="EDU Rasan Piravin" userId="d9ed032b-a29a-4b81-a5a7-4338d6dcb88c" providerId="ADAL" clId="{063BF2FA-1384-45BC-A312-9B36BD2644D3}" dt="2026-01-19T17:28:38.791" v="167" actId="1076"/>
          <ac:spMkLst>
            <pc:docMk/>
            <pc:sldMk cId="0" sldId="258"/>
            <ac:spMk id="3" creationId="{120AA002-9806-1B97-C3AB-36757B0BB57B}"/>
          </ac:spMkLst>
        </pc:spChg>
      </pc:sldChg>
      <pc:sldChg chg="addSp modSp mod">
        <pc:chgData name="EDU Rasan Piravin" userId="d9ed032b-a29a-4b81-a5a7-4338d6dcb88c" providerId="ADAL" clId="{063BF2FA-1384-45BC-A312-9B36BD2644D3}" dt="2026-01-19T17:28:50.826" v="170" actId="208"/>
        <pc:sldMkLst>
          <pc:docMk/>
          <pc:sldMk cId="0" sldId="259"/>
        </pc:sldMkLst>
        <pc:spChg chg="add mod">
          <ac:chgData name="EDU Rasan Piravin" userId="d9ed032b-a29a-4b81-a5a7-4338d6dcb88c" providerId="ADAL" clId="{063BF2FA-1384-45BC-A312-9B36BD2644D3}" dt="2026-01-19T17:28:50.826" v="170" actId="208"/>
          <ac:spMkLst>
            <pc:docMk/>
            <pc:sldMk cId="0" sldId="259"/>
            <ac:spMk id="3" creationId="{49DFA2E4-B6F7-86C4-20FD-D417666049B0}"/>
          </ac:spMkLst>
        </pc:spChg>
        <pc:picChg chg="mod">
          <ac:chgData name="EDU Rasan Piravin" userId="d9ed032b-a29a-4b81-a5a7-4338d6dcb88c" providerId="ADAL" clId="{063BF2FA-1384-45BC-A312-9B36BD2644D3}" dt="2026-01-19T17:28:43.818" v="169" actId="1076"/>
          <ac:picMkLst>
            <pc:docMk/>
            <pc:sldMk cId="0" sldId="259"/>
            <ac:picMk id="2" creationId="{00000000-0000-0000-0000-000000000000}"/>
          </ac:picMkLst>
        </pc:picChg>
      </pc:sldChg>
      <pc:sldChg chg="addSp modSp mod">
        <pc:chgData name="EDU Rasan Piravin" userId="d9ed032b-a29a-4b81-a5a7-4338d6dcb88c" providerId="ADAL" clId="{063BF2FA-1384-45BC-A312-9B36BD2644D3}" dt="2026-01-19T17:29:00.596" v="173" actId="1076"/>
        <pc:sldMkLst>
          <pc:docMk/>
          <pc:sldMk cId="0" sldId="260"/>
        </pc:sldMkLst>
        <pc:spChg chg="add mod">
          <ac:chgData name="EDU Rasan Piravin" userId="d9ed032b-a29a-4b81-a5a7-4338d6dcb88c" providerId="ADAL" clId="{063BF2FA-1384-45BC-A312-9B36BD2644D3}" dt="2026-01-19T17:19:43.181" v="37" actId="208"/>
          <ac:spMkLst>
            <pc:docMk/>
            <pc:sldMk cId="0" sldId="260"/>
            <ac:spMk id="3" creationId="{141BF6A9-25A8-4752-C499-3A1BDB768D6A}"/>
          </ac:spMkLst>
        </pc:spChg>
        <pc:spChg chg="add mod">
          <ac:chgData name="EDU Rasan Piravin" userId="d9ed032b-a29a-4b81-a5a7-4338d6dcb88c" providerId="ADAL" clId="{063BF2FA-1384-45BC-A312-9B36BD2644D3}" dt="2026-01-19T17:19:46.025" v="39" actId="208"/>
          <ac:spMkLst>
            <pc:docMk/>
            <pc:sldMk cId="0" sldId="260"/>
            <ac:spMk id="4" creationId="{DB12FBA6-10AB-888C-A28B-E26E0BF16593}"/>
          </ac:spMkLst>
        </pc:spChg>
        <pc:spChg chg="add mod">
          <ac:chgData name="EDU Rasan Piravin" userId="d9ed032b-a29a-4b81-a5a7-4338d6dcb88c" providerId="ADAL" clId="{063BF2FA-1384-45BC-A312-9B36BD2644D3}" dt="2026-01-19T17:19:05.139" v="27" actId="1076"/>
          <ac:spMkLst>
            <pc:docMk/>
            <pc:sldMk cId="0" sldId="260"/>
            <ac:spMk id="5" creationId="{323F5D57-904B-B628-003C-054CC1126CBF}"/>
          </ac:spMkLst>
        </pc:spChg>
        <pc:spChg chg="add mod">
          <ac:chgData name="EDU Rasan Piravin" userId="d9ed032b-a29a-4b81-a5a7-4338d6dcb88c" providerId="ADAL" clId="{063BF2FA-1384-45BC-A312-9B36BD2644D3}" dt="2026-01-19T17:19:33.859" v="35" actId="208"/>
          <ac:spMkLst>
            <pc:docMk/>
            <pc:sldMk cId="0" sldId="260"/>
            <ac:spMk id="6" creationId="{357E3E45-C260-81EE-206D-06AFD5DA64E8}"/>
          </ac:spMkLst>
        </pc:spChg>
        <pc:spChg chg="add mod">
          <ac:chgData name="EDU Rasan Piravin" userId="d9ed032b-a29a-4b81-a5a7-4338d6dcb88c" providerId="ADAL" clId="{063BF2FA-1384-45BC-A312-9B36BD2644D3}" dt="2026-01-19T17:29:00.076" v="172" actId="208"/>
          <ac:spMkLst>
            <pc:docMk/>
            <pc:sldMk cId="0" sldId="260"/>
            <ac:spMk id="7" creationId="{A161B09E-EC8C-A54D-708F-60DAECC3DC93}"/>
          </ac:spMkLst>
        </pc:spChg>
        <pc:picChg chg="mod">
          <ac:chgData name="EDU Rasan Piravin" userId="d9ed032b-a29a-4b81-a5a7-4338d6dcb88c" providerId="ADAL" clId="{063BF2FA-1384-45BC-A312-9B36BD2644D3}" dt="2026-01-19T17:29:00.596" v="173" actId="1076"/>
          <ac:picMkLst>
            <pc:docMk/>
            <pc:sldMk cId="0" sldId="260"/>
            <ac:picMk id="2" creationId="{00000000-0000-0000-0000-000000000000}"/>
          </ac:picMkLst>
        </pc:picChg>
      </pc:sldChg>
      <pc:sldChg chg="addSp modSp mod">
        <pc:chgData name="EDU Rasan Piravin" userId="d9ed032b-a29a-4b81-a5a7-4338d6dcb88c" providerId="ADAL" clId="{063BF2FA-1384-45BC-A312-9B36BD2644D3}" dt="2026-01-19T17:29:04.541" v="174" actId="1076"/>
        <pc:sldMkLst>
          <pc:docMk/>
          <pc:sldMk cId="0" sldId="261"/>
        </pc:sldMkLst>
        <pc:spChg chg="add mod">
          <ac:chgData name="EDU Rasan Piravin" userId="d9ed032b-a29a-4b81-a5a7-4338d6dcb88c" providerId="ADAL" clId="{063BF2FA-1384-45BC-A312-9B36BD2644D3}" dt="2026-01-19T17:18:44.843" v="21" actId="14100"/>
          <ac:spMkLst>
            <pc:docMk/>
            <pc:sldMk cId="0" sldId="261"/>
            <ac:spMk id="3" creationId="{027E5666-27C2-E255-850B-7DC76C76FAF7}"/>
          </ac:spMkLst>
        </pc:spChg>
        <pc:spChg chg="add mod">
          <ac:chgData name="EDU Rasan Piravin" userId="d9ed032b-a29a-4b81-a5a7-4338d6dcb88c" providerId="ADAL" clId="{063BF2FA-1384-45BC-A312-9B36BD2644D3}" dt="2026-01-19T17:18:35.617" v="18" actId="1076"/>
          <ac:spMkLst>
            <pc:docMk/>
            <pc:sldMk cId="0" sldId="261"/>
            <ac:spMk id="4" creationId="{47A4F8E8-BEE0-968F-4775-5F06FD1EB764}"/>
          </ac:spMkLst>
        </pc:spChg>
        <pc:spChg chg="add mod">
          <ac:chgData name="EDU Rasan Piravin" userId="d9ed032b-a29a-4b81-a5a7-4338d6dcb88c" providerId="ADAL" clId="{063BF2FA-1384-45BC-A312-9B36BD2644D3}" dt="2026-01-19T17:29:04.541" v="174" actId="1076"/>
          <ac:spMkLst>
            <pc:docMk/>
            <pc:sldMk cId="0" sldId="261"/>
            <ac:spMk id="5" creationId="{9AA5077D-8E01-F2A7-6550-064CEA9F4D24}"/>
          </ac:spMkLst>
        </pc:spChg>
        <pc:picChg chg="mod">
          <ac:chgData name="EDU Rasan Piravin" userId="d9ed032b-a29a-4b81-a5a7-4338d6dcb88c" providerId="ADAL" clId="{063BF2FA-1384-45BC-A312-9B36BD2644D3}" dt="2026-01-19T17:18:41.159" v="20" actId="1076"/>
          <ac:picMkLst>
            <pc:docMk/>
            <pc:sldMk cId="0" sldId="261"/>
            <ac:picMk id="2" creationId="{00000000-0000-0000-0000-000000000000}"/>
          </ac:picMkLst>
        </pc:picChg>
      </pc:sldChg>
      <pc:sldChg chg="addSp modSp mod">
        <pc:chgData name="EDU Rasan Piravin" userId="d9ed032b-a29a-4b81-a5a7-4338d6dcb88c" providerId="ADAL" clId="{063BF2FA-1384-45BC-A312-9B36BD2644D3}" dt="2026-01-19T17:29:16.663" v="176" actId="208"/>
        <pc:sldMkLst>
          <pc:docMk/>
          <pc:sldMk cId="0" sldId="262"/>
        </pc:sldMkLst>
        <pc:spChg chg="add mod">
          <ac:chgData name="EDU Rasan Piravin" userId="d9ed032b-a29a-4b81-a5a7-4338d6dcb88c" providerId="ADAL" clId="{063BF2FA-1384-45BC-A312-9B36BD2644D3}" dt="2026-01-19T17:29:16.663" v="176" actId="208"/>
          <ac:spMkLst>
            <pc:docMk/>
            <pc:sldMk cId="0" sldId="262"/>
            <ac:spMk id="3" creationId="{5105964A-0939-E1D3-6C7C-3B9C76E0F720}"/>
          </ac:spMkLst>
        </pc:spChg>
      </pc:sldChg>
      <pc:sldChg chg="addSp modSp mod">
        <pc:chgData name="EDU Rasan Piravin" userId="d9ed032b-a29a-4b81-a5a7-4338d6dcb88c" providerId="ADAL" clId="{063BF2FA-1384-45BC-A312-9B36BD2644D3}" dt="2026-01-19T17:29:21.839" v="177" actId="1076"/>
        <pc:sldMkLst>
          <pc:docMk/>
          <pc:sldMk cId="0" sldId="263"/>
        </pc:sldMkLst>
        <pc:spChg chg="add mod">
          <ac:chgData name="EDU Rasan Piravin" userId="d9ed032b-a29a-4b81-a5a7-4338d6dcb88c" providerId="ADAL" clId="{063BF2FA-1384-45BC-A312-9B36BD2644D3}" dt="2026-01-19T17:17:44.495" v="5" actId="14100"/>
          <ac:spMkLst>
            <pc:docMk/>
            <pc:sldMk cId="0" sldId="263"/>
            <ac:spMk id="3" creationId="{54235564-8021-3260-54EC-419293BFE928}"/>
          </ac:spMkLst>
        </pc:spChg>
        <pc:spChg chg="add mod">
          <ac:chgData name="EDU Rasan Piravin" userId="d9ed032b-a29a-4b81-a5a7-4338d6dcb88c" providerId="ADAL" clId="{063BF2FA-1384-45BC-A312-9B36BD2644D3}" dt="2026-01-19T17:17:56.027" v="8" actId="1076"/>
          <ac:spMkLst>
            <pc:docMk/>
            <pc:sldMk cId="0" sldId="263"/>
            <ac:spMk id="4" creationId="{508B61D4-27D8-23E1-CE73-D8C8AE109255}"/>
          </ac:spMkLst>
        </pc:spChg>
        <pc:spChg chg="add mod">
          <ac:chgData name="EDU Rasan Piravin" userId="d9ed032b-a29a-4b81-a5a7-4338d6dcb88c" providerId="ADAL" clId="{063BF2FA-1384-45BC-A312-9B36BD2644D3}" dt="2026-01-19T17:29:21.839" v="177" actId="1076"/>
          <ac:spMkLst>
            <pc:docMk/>
            <pc:sldMk cId="0" sldId="263"/>
            <ac:spMk id="5" creationId="{50919399-E50C-B1C7-686A-2B704C77D48D}"/>
          </ac:spMkLst>
        </pc:spChg>
        <pc:picChg chg="mod">
          <ac:chgData name="EDU Rasan Piravin" userId="d9ed032b-a29a-4b81-a5a7-4338d6dcb88c" providerId="ADAL" clId="{063BF2FA-1384-45BC-A312-9B36BD2644D3}" dt="2026-01-19T17:17:44.921" v="6" actId="1076"/>
          <ac:picMkLst>
            <pc:docMk/>
            <pc:sldMk cId="0" sldId="263"/>
            <ac:picMk id="2" creationId="{00000000-0000-0000-0000-000000000000}"/>
          </ac:picMkLst>
        </pc:picChg>
      </pc:sldChg>
      <pc:sldChg chg="addSp modSp mod">
        <pc:chgData name="EDU Rasan Piravin" userId="d9ed032b-a29a-4b81-a5a7-4338d6dcb88c" providerId="ADAL" clId="{063BF2FA-1384-45BC-A312-9B36BD2644D3}" dt="2026-01-19T17:29:26.218" v="178" actId="1076"/>
        <pc:sldMkLst>
          <pc:docMk/>
          <pc:sldMk cId="0" sldId="264"/>
        </pc:sldMkLst>
        <pc:spChg chg="add mod">
          <ac:chgData name="EDU Rasan Piravin" userId="d9ed032b-a29a-4b81-a5a7-4338d6dcb88c" providerId="ADAL" clId="{063BF2FA-1384-45BC-A312-9B36BD2644D3}" dt="2026-01-19T17:29:26.218" v="178" actId="1076"/>
          <ac:spMkLst>
            <pc:docMk/>
            <pc:sldMk cId="0" sldId="264"/>
            <ac:spMk id="3" creationId="{FF68D2C3-681B-1692-5CC4-A79F306159CB}"/>
          </ac:spMkLst>
        </pc:spChg>
      </pc:sldChg>
      <pc:sldChg chg="addSp modSp mod">
        <pc:chgData name="EDU Rasan Piravin" userId="d9ed032b-a29a-4b81-a5a7-4338d6dcb88c" providerId="ADAL" clId="{063BF2FA-1384-45BC-A312-9B36BD2644D3}" dt="2026-01-19T17:29:29.207" v="179" actId="1076"/>
        <pc:sldMkLst>
          <pc:docMk/>
          <pc:sldMk cId="0" sldId="265"/>
        </pc:sldMkLst>
        <pc:spChg chg="add mod">
          <ac:chgData name="EDU Rasan Piravin" userId="d9ed032b-a29a-4b81-a5a7-4338d6dcb88c" providerId="ADAL" clId="{063BF2FA-1384-45BC-A312-9B36BD2644D3}" dt="2026-01-19T17:29:29.207" v="179" actId="1076"/>
          <ac:spMkLst>
            <pc:docMk/>
            <pc:sldMk cId="0" sldId="265"/>
            <ac:spMk id="3" creationId="{1C72BBEF-F7C1-21BF-EE72-8F962DD4D28B}"/>
          </ac:spMkLst>
        </pc:spChg>
      </pc:sldChg>
      <pc:sldChg chg="addSp modSp mod">
        <pc:chgData name="EDU Rasan Piravin" userId="d9ed032b-a29a-4b81-a5a7-4338d6dcb88c" providerId="ADAL" clId="{063BF2FA-1384-45BC-A312-9B36BD2644D3}" dt="2026-01-19T17:29:33.527" v="180" actId="1076"/>
        <pc:sldMkLst>
          <pc:docMk/>
          <pc:sldMk cId="0" sldId="266"/>
        </pc:sldMkLst>
        <pc:spChg chg="add mod">
          <ac:chgData name="EDU Rasan Piravin" userId="d9ed032b-a29a-4b81-a5a7-4338d6dcb88c" providerId="ADAL" clId="{063BF2FA-1384-45BC-A312-9B36BD2644D3}" dt="2026-01-19T17:29:33.527" v="180" actId="1076"/>
          <ac:spMkLst>
            <pc:docMk/>
            <pc:sldMk cId="0" sldId="266"/>
            <ac:spMk id="3" creationId="{55E2FB08-E686-D770-2B6B-063993B1440C}"/>
          </ac:spMkLst>
        </pc:spChg>
      </pc:sldChg>
      <pc:sldChg chg="addSp modSp mod">
        <pc:chgData name="EDU Rasan Piravin" userId="d9ed032b-a29a-4b81-a5a7-4338d6dcb88c" providerId="ADAL" clId="{063BF2FA-1384-45BC-A312-9B36BD2644D3}" dt="2026-01-19T17:29:37.308" v="181" actId="1076"/>
        <pc:sldMkLst>
          <pc:docMk/>
          <pc:sldMk cId="0" sldId="267"/>
        </pc:sldMkLst>
        <pc:spChg chg="add mod">
          <ac:chgData name="EDU Rasan Piravin" userId="d9ed032b-a29a-4b81-a5a7-4338d6dcb88c" providerId="ADAL" clId="{063BF2FA-1384-45BC-A312-9B36BD2644D3}" dt="2026-01-19T17:29:37.308" v="181" actId="1076"/>
          <ac:spMkLst>
            <pc:docMk/>
            <pc:sldMk cId="0" sldId="267"/>
            <ac:spMk id="3" creationId="{DAE00660-4AB7-7B20-1277-A979FF9A6127}"/>
          </ac:spMkLst>
        </pc:spChg>
      </pc:sldChg>
      <pc:sldChg chg="addSp modSp mod">
        <pc:chgData name="EDU Rasan Piravin" userId="d9ed032b-a29a-4b81-a5a7-4338d6dcb88c" providerId="ADAL" clId="{063BF2FA-1384-45BC-A312-9B36BD2644D3}" dt="2026-01-19T17:29:40.456" v="182" actId="1076"/>
        <pc:sldMkLst>
          <pc:docMk/>
          <pc:sldMk cId="0" sldId="268"/>
        </pc:sldMkLst>
        <pc:spChg chg="add mod">
          <ac:chgData name="EDU Rasan Piravin" userId="d9ed032b-a29a-4b81-a5a7-4338d6dcb88c" providerId="ADAL" clId="{063BF2FA-1384-45BC-A312-9B36BD2644D3}" dt="2026-01-19T17:24:39.214" v="114" actId="208"/>
          <ac:spMkLst>
            <pc:docMk/>
            <pc:sldMk cId="0" sldId="268"/>
            <ac:spMk id="3" creationId="{237B501E-D172-E809-A346-F3B7BDC901E8}"/>
          </ac:spMkLst>
        </pc:spChg>
        <pc:spChg chg="add mod">
          <ac:chgData name="EDU Rasan Piravin" userId="d9ed032b-a29a-4b81-a5a7-4338d6dcb88c" providerId="ADAL" clId="{063BF2FA-1384-45BC-A312-9B36BD2644D3}" dt="2026-01-19T17:29:40.456" v="182" actId="1076"/>
          <ac:spMkLst>
            <pc:docMk/>
            <pc:sldMk cId="0" sldId="268"/>
            <ac:spMk id="4" creationId="{BDAFE469-22A2-D06D-0409-C34AE4C7DB97}"/>
          </ac:spMkLst>
        </pc:spChg>
        <pc:picChg chg="mod">
          <ac:chgData name="EDU Rasan Piravin" userId="d9ed032b-a29a-4b81-a5a7-4338d6dcb88c" providerId="ADAL" clId="{063BF2FA-1384-45BC-A312-9B36BD2644D3}" dt="2026-01-19T17:24:39.834" v="115" actId="1076"/>
          <ac:picMkLst>
            <pc:docMk/>
            <pc:sldMk cId="0" sldId="268"/>
            <ac:picMk id="2" creationId="{00000000-0000-0000-0000-000000000000}"/>
          </ac:picMkLst>
        </pc:picChg>
      </pc:sldChg>
    </pc:docChg>
  </pc:docChgLst>
  <pc:docChgLst>
    <pc:chgData name="EDU Rasan Piravin" userId="d9ed032b-a29a-4b81-a5a7-4338d6dcb88c" providerId="ADAL" clId="{2BFC188A-6865-46AF-A728-E2DF72CBFAE9}"/>
    <pc:docChg chg="modSld">
      <pc:chgData name="EDU Rasan Piravin" userId="d9ed032b-a29a-4b81-a5a7-4338d6dcb88c" providerId="ADAL" clId="{2BFC188A-6865-46AF-A728-E2DF72CBFAE9}" dt="2026-01-19T20:12:38.115" v="1" actId="14861"/>
      <pc:docMkLst>
        <pc:docMk/>
      </pc:docMkLst>
      <pc:sldChg chg="modSp mod">
        <pc:chgData name="EDU Rasan Piravin" userId="d9ed032b-a29a-4b81-a5a7-4338d6dcb88c" providerId="ADAL" clId="{2BFC188A-6865-46AF-A728-E2DF72CBFAE9}" dt="2026-01-19T20:12:38.115" v="1" actId="14861"/>
        <pc:sldMkLst>
          <pc:docMk/>
          <pc:sldMk cId="0" sldId="268"/>
        </pc:sldMkLst>
        <pc:spChg chg="mod">
          <ac:chgData name="EDU Rasan Piravin" userId="d9ed032b-a29a-4b81-a5a7-4338d6dcb88c" providerId="ADAL" clId="{2BFC188A-6865-46AF-A728-E2DF72CBFAE9}" dt="2026-01-19T20:12:38.115" v="1" actId="14861"/>
          <ac:spMkLst>
            <pc:docMk/>
            <pc:sldMk cId="0" sldId="268"/>
            <ac:spMk id="3" creationId="{237B501E-D172-E809-A346-F3B7BDC901E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3760" y="390144"/>
            <a:ext cx="15727680" cy="15605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3760" y="2243328"/>
            <a:ext cx="1572768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945BEB0C-C9BE-4F36-2AC6-45E0B3FE24E2}"/>
              </a:ext>
            </a:extLst>
          </p:cNvPr>
          <p:cNvSpPr txBox="1"/>
          <p:nvPr/>
        </p:nvSpPr>
        <p:spPr>
          <a:xfrm>
            <a:off x="3251200" y="3962400"/>
            <a:ext cx="11963400" cy="1323439"/>
          </a:xfrm>
          <a:prstGeom prst="rect">
            <a:avLst/>
          </a:prstGeom>
          <a:solidFill>
            <a:srgbClr val="121212"/>
          </a:solidFill>
          <a:ln>
            <a:solidFill>
              <a:srgbClr val="121212"/>
            </a:solidFill>
          </a:ln>
        </p:spPr>
        <p:txBody>
          <a:bodyPr wrap="square" rtlCol="0">
            <a:spAutoFit/>
          </a:bodyPr>
          <a:lstStyle/>
          <a:p>
            <a:r>
              <a:rPr lang="de-CH" sz="8000" b="1" dirty="0">
                <a:effectLst>
                  <a:glow rad="139700">
                    <a:schemeClr val="accent3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   </a:t>
            </a:r>
            <a:r>
              <a:rPr lang="de-CH" sz="8000" b="1" dirty="0">
                <a:solidFill>
                  <a:srgbClr val="282828"/>
                </a:solidFill>
                <a:effectLst>
                  <a:glow rad="139700">
                    <a:schemeClr val="accent3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KANTISPORTS </a:t>
            </a:r>
            <a:r>
              <a:rPr lang="de-CH" sz="8000" b="1" dirty="0">
                <a:solidFill>
                  <a:schemeClr val="bg1"/>
                </a:solidFill>
                <a:effectLst>
                  <a:glow rad="139700">
                    <a:schemeClr val="accent3">
                      <a:satMod val="175000"/>
                      <a:alpha val="40000"/>
                    </a:schemeClr>
                  </a:glow>
                </a:effectLst>
                <a:highlight>
                  <a:srgbClr val="FF0000"/>
                </a:highlight>
                <a:latin typeface="Arial Rounded MT Bold" panose="020F0704030504030204" pitchFamily="34" charset="0"/>
              </a:rPr>
              <a:t>HUB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D52B650-E615-CCC1-E56A-5205D634CB21}"/>
              </a:ext>
            </a:extLst>
          </p:cNvPr>
          <p:cNvSpPr/>
          <p:nvPr/>
        </p:nvSpPr>
        <p:spPr>
          <a:xfrm>
            <a:off x="15976600" y="9502775"/>
            <a:ext cx="1447800" cy="228600"/>
          </a:xfrm>
          <a:prstGeom prst="rect">
            <a:avLst/>
          </a:prstGeom>
          <a:solidFill>
            <a:srgbClr val="131313"/>
          </a:solidFill>
          <a:ln>
            <a:solidFill>
              <a:srgbClr val="1414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E21AF335-AE13-89DA-D0ED-D7A936C2853C}"/>
              </a:ext>
            </a:extLst>
          </p:cNvPr>
          <p:cNvSpPr/>
          <p:nvPr/>
        </p:nvSpPr>
        <p:spPr>
          <a:xfrm>
            <a:off x="15976600" y="9448800"/>
            <a:ext cx="1447800" cy="228600"/>
          </a:xfrm>
          <a:prstGeom prst="rect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120AA002-9806-1B97-C3AB-36757B0BB57B}"/>
              </a:ext>
            </a:extLst>
          </p:cNvPr>
          <p:cNvSpPr/>
          <p:nvPr/>
        </p:nvSpPr>
        <p:spPr>
          <a:xfrm>
            <a:off x="15992475" y="9448800"/>
            <a:ext cx="1447800" cy="228600"/>
          </a:xfrm>
          <a:prstGeom prst="rect">
            <a:avLst/>
          </a:prstGeom>
          <a:solidFill>
            <a:srgbClr val="141414"/>
          </a:solidFill>
          <a:ln>
            <a:solidFill>
              <a:srgbClr val="13131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9525"/>
            <a:ext cx="17475200" cy="9753600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49DFA2E4-B6F7-86C4-20FD-D417666049B0}"/>
              </a:ext>
            </a:extLst>
          </p:cNvPr>
          <p:cNvSpPr/>
          <p:nvPr/>
        </p:nvSpPr>
        <p:spPr>
          <a:xfrm>
            <a:off x="16011525" y="9496425"/>
            <a:ext cx="1447800" cy="228600"/>
          </a:xfrm>
          <a:prstGeom prst="rect">
            <a:avLst/>
          </a:prstGeom>
          <a:solidFill>
            <a:srgbClr val="18243C"/>
          </a:solidFill>
          <a:ln>
            <a:solidFill>
              <a:srgbClr val="1824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25"/>
            <a:ext cx="17475200" cy="9753600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141BF6A9-25A8-4752-C499-3A1BDB768D6A}"/>
              </a:ext>
            </a:extLst>
          </p:cNvPr>
          <p:cNvSpPr txBox="1"/>
          <p:nvPr/>
        </p:nvSpPr>
        <p:spPr>
          <a:xfrm>
            <a:off x="2108200" y="6934200"/>
            <a:ext cx="1981200" cy="381000"/>
          </a:xfrm>
          <a:prstGeom prst="rect">
            <a:avLst/>
          </a:prstGeom>
          <a:solidFill>
            <a:srgbClr val="141414"/>
          </a:solidFill>
          <a:ln>
            <a:solidFill>
              <a:srgbClr val="141414"/>
            </a:solidFill>
          </a:ln>
        </p:spPr>
        <p:txBody>
          <a:bodyPr wrap="square" rtlCol="0">
            <a:spAutoFit/>
          </a:bodyPr>
          <a:lstStyle/>
          <a:p>
            <a:endParaRPr lang="de-CH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DB12FBA6-10AB-888C-A28B-E26E0BF16593}"/>
              </a:ext>
            </a:extLst>
          </p:cNvPr>
          <p:cNvSpPr txBox="1"/>
          <p:nvPr/>
        </p:nvSpPr>
        <p:spPr>
          <a:xfrm>
            <a:off x="13233400" y="6858000"/>
            <a:ext cx="1981200" cy="381000"/>
          </a:xfrm>
          <a:prstGeom prst="rect">
            <a:avLst/>
          </a:prstGeom>
          <a:solidFill>
            <a:srgbClr val="141414"/>
          </a:solidFill>
          <a:ln>
            <a:solidFill>
              <a:srgbClr val="141414"/>
            </a:solidFill>
          </a:ln>
        </p:spPr>
        <p:txBody>
          <a:bodyPr wrap="square" rtlCol="0">
            <a:spAutoFit/>
          </a:bodyPr>
          <a:lstStyle/>
          <a:p>
            <a:endParaRPr lang="de-CH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23F5D57-904B-B628-003C-054CC1126CBF}"/>
              </a:ext>
            </a:extLst>
          </p:cNvPr>
          <p:cNvSpPr txBox="1"/>
          <p:nvPr/>
        </p:nvSpPr>
        <p:spPr>
          <a:xfrm>
            <a:off x="7747000" y="7391400"/>
            <a:ext cx="1981200" cy="381000"/>
          </a:xfrm>
          <a:prstGeom prst="rect">
            <a:avLst/>
          </a:prstGeom>
          <a:solidFill>
            <a:srgbClr val="131313"/>
          </a:solidFill>
          <a:ln>
            <a:solidFill>
              <a:srgbClr val="131313"/>
            </a:solidFill>
          </a:ln>
        </p:spPr>
        <p:txBody>
          <a:bodyPr wrap="square" rtlCol="0">
            <a:spAutoFit/>
          </a:bodyPr>
          <a:lstStyle/>
          <a:p>
            <a:endParaRPr lang="de-CH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357E3E45-C260-81EE-206D-06AFD5DA64E8}"/>
              </a:ext>
            </a:extLst>
          </p:cNvPr>
          <p:cNvSpPr txBox="1"/>
          <p:nvPr/>
        </p:nvSpPr>
        <p:spPr>
          <a:xfrm>
            <a:off x="812800" y="685800"/>
            <a:ext cx="3352800" cy="990600"/>
          </a:xfrm>
          <a:prstGeom prst="rect">
            <a:avLst/>
          </a:prstGeom>
          <a:solidFill>
            <a:srgbClr val="141414"/>
          </a:solidFill>
          <a:ln>
            <a:solidFill>
              <a:srgbClr val="141414"/>
            </a:solidFill>
          </a:ln>
        </p:spPr>
        <p:txBody>
          <a:bodyPr wrap="square" rtlCol="0">
            <a:spAutoFit/>
          </a:bodyPr>
          <a:lstStyle/>
          <a:p>
            <a:endParaRPr lang="de-CH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A161B09E-EC8C-A54D-708F-60DAECC3DC93}"/>
              </a:ext>
            </a:extLst>
          </p:cNvPr>
          <p:cNvSpPr/>
          <p:nvPr/>
        </p:nvSpPr>
        <p:spPr>
          <a:xfrm>
            <a:off x="15976600" y="9448800"/>
            <a:ext cx="1447800" cy="228600"/>
          </a:xfrm>
          <a:prstGeom prst="rect">
            <a:avLst/>
          </a:prstGeom>
          <a:solidFill>
            <a:srgbClr val="171717"/>
          </a:solidFill>
          <a:ln>
            <a:solidFill>
              <a:srgbClr val="1717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027E5666-27C2-E255-850B-7DC76C76FAF7}"/>
              </a:ext>
            </a:extLst>
          </p:cNvPr>
          <p:cNvSpPr txBox="1"/>
          <p:nvPr/>
        </p:nvSpPr>
        <p:spPr>
          <a:xfrm>
            <a:off x="3403600" y="2514600"/>
            <a:ext cx="2057400" cy="402492"/>
          </a:xfrm>
          <a:prstGeom prst="rect">
            <a:avLst/>
          </a:prstGeom>
          <a:solidFill>
            <a:srgbClr val="131313"/>
          </a:solidFill>
          <a:ln>
            <a:solidFill>
              <a:srgbClr val="131313"/>
            </a:solidFill>
          </a:ln>
        </p:spPr>
        <p:txBody>
          <a:bodyPr wrap="square" rtlCol="0">
            <a:spAutoFit/>
          </a:bodyPr>
          <a:lstStyle/>
          <a:p>
            <a:endParaRPr lang="de-CH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7A4F8E8-BEE0-968F-4775-5F06FD1EB764}"/>
              </a:ext>
            </a:extLst>
          </p:cNvPr>
          <p:cNvSpPr txBox="1"/>
          <p:nvPr/>
        </p:nvSpPr>
        <p:spPr>
          <a:xfrm>
            <a:off x="12242800" y="2536092"/>
            <a:ext cx="1981200" cy="381000"/>
          </a:xfrm>
          <a:prstGeom prst="rect">
            <a:avLst/>
          </a:prstGeom>
          <a:solidFill>
            <a:srgbClr val="131313"/>
          </a:solidFill>
          <a:ln>
            <a:solidFill>
              <a:srgbClr val="131313"/>
            </a:solidFill>
          </a:ln>
        </p:spPr>
        <p:txBody>
          <a:bodyPr wrap="square" rtlCol="0">
            <a:spAutoFit/>
          </a:bodyPr>
          <a:lstStyle/>
          <a:p>
            <a:endParaRPr lang="de-CH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AA5077D-8E01-F2A7-6550-064CEA9F4D24}"/>
              </a:ext>
            </a:extLst>
          </p:cNvPr>
          <p:cNvSpPr/>
          <p:nvPr/>
        </p:nvSpPr>
        <p:spPr>
          <a:xfrm>
            <a:off x="16002000" y="9448800"/>
            <a:ext cx="1447800" cy="228600"/>
          </a:xfrm>
          <a:prstGeom prst="rect">
            <a:avLst/>
          </a:prstGeom>
          <a:solidFill>
            <a:srgbClr val="131313"/>
          </a:solidFill>
          <a:ln>
            <a:solidFill>
              <a:srgbClr val="1111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5105964A-0939-E1D3-6C7C-3B9C76E0F720}"/>
              </a:ext>
            </a:extLst>
          </p:cNvPr>
          <p:cNvSpPr/>
          <p:nvPr/>
        </p:nvSpPr>
        <p:spPr>
          <a:xfrm>
            <a:off x="15900400" y="9448800"/>
            <a:ext cx="1447800" cy="228600"/>
          </a:xfrm>
          <a:prstGeom prst="rect">
            <a:avLst/>
          </a:prstGeom>
          <a:solidFill>
            <a:srgbClr val="121212"/>
          </a:solidFill>
          <a:ln>
            <a:solidFill>
              <a:srgbClr val="1212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077" y="0"/>
            <a:ext cx="17475200" cy="9753600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54235564-8021-3260-54EC-419293BFE928}"/>
              </a:ext>
            </a:extLst>
          </p:cNvPr>
          <p:cNvSpPr txBox="1"/>
          <p:nvPr/>
        </p:nvSpPr>
        <p:spPr>
          <a:xfrm>
            <a:off x="6680200" y="6781800"/>
            <a:ext cx="1447800" cy="381000"/>
          </a:xfrm>
          <a:prstGeom prst="rect">
            <a:avLst/>
          </a:prstGeom>
          <a:solidFill>
            <a:srgbClr val="0D0E12"/>
          </a:solidFill>
          <a:ln>
            <a:solidFill>
              <a:srgbClr val="0D0E12"/>
            </a:solidFill>
          </a:ln>
        </p:spPr>
        <p:txBody>
          <a:bodyPr wrap="square" rtlCol="0">
            <a:spAutoFit/>
          </a:bodyPr>
          <a:lstStyle/>
          <a:p>
            <a:endParaRPr lang="de-CH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508B61D4-27D8-23E1-CE73-D8C8AE109255}"/>
              </a:ext>
            </a:extLst>
          </p:cNvPr>
          <p:cNvSpPr txBox="1"/>
          <p:nvPr/>
        </p:nvSpPr>
        <p:spPr>
          <a:xfrm>
            <a:off x="2184400" y="8382000"/>
            <a:ext cx="1447800" cy="381000"/>
          </a:xfrm>
          <a:prstGeom prst="rect">
            <a:avLst/>
          </a:prstGeom>
          <a:solidFill>
            <a:srgbClr val="0D0E12"/>
          </a:solidFill>
          <a:ln>
            <a:solidFill>
              <a:srgbClr val="0D0E12"/>
            </a:solidFill>
          </a:ln>
        </p:spPr>
        <p:txBody>
          <a:bodyPr wrap="square" rtlCol="0">
            <a:spAutoFit/>
          </a:bodyPr>
          <a:lstStyle/>
          <a:p>
            <a:endParaRPr lang="de-CH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0919399-E50C-B1C7-686A-2B704C77D48D}"/>
              </a:ext>
            </a:extLst>
          </p:cNvPr>
          <p:cNvSpPr/>
          <p:nvPr/>
        </p:nvSpPr>
        <p:spPr>
          <a:xfrm>
            <a:off x="16027400" y="9448800"/>
            <a:ext cx="1447800" cy="228600"/>
          </a:xfrm>
          <a:prstGeom prst="rect">
            <a:avLst/>
          </a:prstGeom>
          <a:solidFill>
            <a:srgbClr val="0D1015"/>
          </a:solidFill>
          <a:ln>
            <a:solidFill>
              <a:srgbClr val="0D0E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FF68D2C3-681B-1692-5CC4-A79F306159CB}"/>
              </a:ext>
            </a:extLst>
          </p:cNvPr>
          <p:cNvSpPr/>
          <p:nvPr/>
        </p:nvSpPr>
        <p:spPr>
          <a:xfrm>
            <a:off x="15976600" y="9448800"/>
            <a:ext cx="1447800" cy="228600"/>
          </a:xfrm>
          <a:prstGeom prst="rect">
            <a:avLst/>
          </a:prstGeom>
          <a:solidFill>
            <a:srgbClr val="151515"/>
          </a:solidFill>
          <a:ln>
            <a:solidFill>
              <a:srgbClr val="1515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1C72BBEF-F7C1-21BF-EE72-8F962DD4D28B}"/>
              </a:ext>
            </a:extLst>
          </p:cNvPr>
          <p:cNvSpPr/>
          <p:nvPr/>
        </p:nvSpPr>
        <p:spPr>
          <a:xfrm>
            <a:off x="15976600" y="9448800"/>
            <a:ext cx="1447800" cy="228600"/>
          </a:xfrm>
          <a:prstGeom prst="rect">
            <a:avLst/>
          </a:prstGeom>
          <a:solidFill>
            <a:srgbClr val="141414"/>
          </a:solidFill>
          <a:ln>
            <a:solidFill>
              <a:srgbClr val="1414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55E2FB08-E686-D770-2B6B-063993B1440C}"/>
              </a:ext>
            </a:extLst>
          </p:cNvPr>
          <p:cNvSpPr/>
          <p:nvPr/>
        </p:nvSpPr>
        <p:spPr>
          <a:xfrm>
            <a:off x="15900400" y="9448800"/>
            <a:ext cx="1447800" cy="228600"/>
          </a:xfrm>
          <a:prstGeom prst="rect">
            <a:avLst/>
          </a:prstGeom>
          <a:solidFill>
            <a:srgbClr val="121315"/>
          </a:solidFill>
          <a:ln>
            <a:solidFill>
              <a:srgbClr val="1314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DAE00660-4AB7-7B20-1277-A979FF9A6127}"/>
              </a:ext>
            </a:extLst>
          </p:cNvPr>
          <p:cNvSpPr/>
          <p:nvPr/>
        </p:nvSpPr>
        <p:spPr>
          <a:xfrm>
            <a:off x="16014700" y="9448800"/>
            <a:ext cx="1447800" cy="228600"/>
          </a:xfrm>
          <a:prstGeom prst="rect">
            <a:avLst/>
          </a:prstGeom>
          <a:solidFill>
            <a:srgbClr val="131313"/>
          </a:solidFill>
          <a:ln>
            <a:solidFill>
              <a:srgbClr val="1212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237B501E-D172-E809-A346-F3B7BDC901E8}"/>
              </a:ext>
            </a:extLst>
          </p:cNvPr>
          <p:cNvSpPr txBox="1"/>
          <p:nvPr/>
        </p:nvSpPr>
        <p:spPr>
          <a:xfrm>
            <a:off x="2984500" y="3657600"/>
            <a:ext cx="11506200" cy="1446550"/>
          </a:xfrm>
          <a:prstGeom prst="rect">
            <a:avLst/>
          </a:prstGeom>
          <a:solidFill>
            <a:srgbClr val="131313"/>
          </a:solidFill>
          <a:ln>
            <a:solidFill>
              <a:srgbClr val="10101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de-CH" sz="8800" b="1" dirty="0">
                <a:solidFill>
                  <a:srgbClr val="282828"/>
                </a:solidFill>
                <a:effectLst>
                  <a:glow rad="139700">
                    <a:schemeClr val="accent3">
                      <a:satMod val="175000"/>
                      <a:alpha val="40000"/>
                    </a:schemeClr>
                  </a:glow>
                </a:effectLst>
                <a:latin typeface="Arial Rounded MT Bold" panose="020F0704030504030204" pitchFamily="34" charset="0"/>
              </a:rPr>
              <a:t>KANTISPORTS </a:t>
            </a:r>
            <a:r>
              <a:rPr lang="de-CH" sz="8800" b="1" dirty="0">
                <a:solidFill>
                  <a:schemeClr val="bg1"/>
                </a:solidFill>
                <a:effectLst>
                  <a:glow rad="139700">
                    <a:schemeClr val="accent3">
                      <a:satMod val="175000"/>
                      <a:alpha val="40000"/>
                    </a:schemeClr>
                  </a:glow>
                </a:effectLst>
                <a:highlight>
                  <a:srgbClr val="FF0000"/>
                </a:highlight>
                <a:latin typeface="Arial Rounded MT Bold" panose="020F0704030504030204" pitchFamily="34" charset="0"/>
              </a:rPr>
              <a:t>HUB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BDAFE469-22A2-D06D-0409-C34AE4C7DB97}"/>
              </a:ext>
            </a:extLst>
          </p:cNvPr>
          <p:cNvSpPr/>
          <p:nvPr/>
        </p:nvSpPr>
        <p:spPr>
          <a:xfrm>
            <a:off x="15976600" y="9448800"/>
            <a:ext cx="1447800" cy="228600"/>
          </a:xfrm>
          <a:prstGeom prst="rect">
            <a:avLst/>
          </a:prstGeom>
          <a:solidFill>
            <a:srgbClr val="141414"/>
          </a:solidFill>
          <a:ln>
            <a:solidFill>
              <a:srgbClr val="1414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</Words>
  <Application>Microsoft Office PowerPoint</Application>
  <PresentationFormat>Benutzerdefiniert</PresentationFormat>
  <Paragraphs>2</Paragraphs>
  <Slides>13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6" baseType="lpstr">
      <vt:lpstr>Arial Rounded MT Bold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EDU Rasan Piravin</cp:lastModifiedBy>
  <cp:revision>1</cp:revision>
  <dcterms:created xsi:type="dcterms:W3CDTF">2026-01-19T17:16:27Z</dcterms:created>
  <dcterms:modified xsi:type="dcterms:W3CDTF">2026-01-19T20:12:48Z</dcterms:modified>
</cp:coreProperties>
</file>